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这套系统要拿到的两个结果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一个针对教师，一个针对学生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教师的文档工作量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大纲 · 授课计划 · 教案 · 试卷 · 实验任务书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由系统生成，教师从「写」变成「审」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课后当天出班级诊断，不必批完一百份才知道问题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一切输出都是建议，可一键否决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1–2 σ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学生的能力提升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一对一辅导 + 掌握学习的效应量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Bloom, 1984：掌握学习 ≈ +1σ，一对一辅导 ≈ +2σ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过程完全个体化，出口仍是统一的 30/70 考核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陪到真正掌握，并且能证明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左边是已经能做到的；右边是这条技术路线的效应量上限。本班的实测数字要到对照实验完成后才能给出——我们不拿别人的数据当自己的成绩。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为什么是 1–2 个标准差：掌握学习与一对一辅导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这不是新发现。新的是它第一次有了可负担的实现方式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337391"/>
                <a:gridCol w="5376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相对常规课堂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常规班级授课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基准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一套教材、同一进度喂给所有人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掌握学习 Mastery Learning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+1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没学会就不往前推，补完再走，出口标准不降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一对一辅导 + 掌握学习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平均水平的学生可达到常规班级前 2% 的水平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这个结论摆了四十年一直做不到，卡在成本上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——没有哪个体系请得起一人一位导师。大模型第一次让「每人一个导师」的边际成本趋近于零，这是我们现在动手的理由。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但同时出现了一个新陷阱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：无护栏的 AI 辅助会让学生把思考外包出去，作业更好看，人反而更不会（实测独立考试成绩下降约 17%）。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所以真正的问题不是「能不能一对一」，而是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「一对一的同时，怎么保证学的是他自己」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本系统就是对这个问题的回答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——下面从它的架构讲起。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教学闭环必然断在三处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344000"/>
                <a:gridCol w="4300800"/>
                <a:gridCol w="510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本系统的接法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个性化诊断：课后当天出全班热力图与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引导追问 + ③ 拉取式任务：过程个体化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代码审查：把工程问题翻译回知识点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先说不做什么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：不替代教师判断（一切输出可否决）、不追求全自动（先诊断后批改）、不掩饰不确定（数据不足就明说）。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并且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不生成、不留存任何针对教师的评价性数据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——这一条若失守，再好的系统也推不动。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唯一真正重要的技术判断：大模型是嘴，不是脑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学生状态由独立的、结构化的、持久的模型维护，不交给大模型推断。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851512"/>
                <a:gridCol w="183570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掌握度与成长轨迹，由确定性算法维护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4610000"/>
            <a:ext cx="10752000" cy="14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（换个上下文判断就变）、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（说不出依据）、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（换一届学生就重新开始）。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铁律：任何可积累的东西，都不得依赖任何可替换的东西的内部实现。这条由数据库触发器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范式：知识由项目需求拉取，不由课程顺序推送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实验班本就是项目驱动，天然适配这一范式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学生接到真实项目任务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只推最挡路的 1–2 个，学完立刻用回项目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20000"/>
            <a:ext cx="10752000" cy="26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。过程完全个体化之后，这个概念本身就不成立了。出口仍是统一的 30/70 考核——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过程个体化，出口有门槛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前提是一张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任务-知识点映射表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（当前 115 条），由导师标注、不由大模型生成——它是学分认定与能力追溯的依据。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现场演示：四段，各回答一个问题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48000"/>
                <a:gridCol w="4864000"/>
                <a:gridCol w="3840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演示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看什么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班级诊断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热力图 + Top3 待攻克点 + 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有没有用——看到的是病根，不是症状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拉取式缺口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选一个项目任务，系统只推最挡路的 1–2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跟别人有什么不同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引导追问与降级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连点三次「我卡住了」，看降级留痕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会不会把学生教废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把大模型接上去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结论逐字节不变，只有措辞变了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三年后还在不在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排序不是按错误率，而是低掌握度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——一个所有人都错、但不挡任何路的知识点，不该占用下节课的时间。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④ 是最关键的一段：换掉「嘴」，判断一个字都不会变，因为这些判断本来就不是模型做的。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全程不需要联网、不需要 API Key。没有 Key 时用本机假底座演示「接上大模型」，效果相同。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183 个知识点、224 条依赖边在三维空间里展开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四种布局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：依赖分层（前置在下、后继在上）、章节星系、自由力导向、知识球面。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颜色 = 掌握度，球体大小 =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；与二维热力图同一套语言，不让两个视图各说各话。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琥珀色脉冲光环 = 该复习了；青绿描边 = 已验证掌握；灰色 = 还没作答过。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点一个薄弱点按【根因回溯】——系统沿依赖边把整条链点亮，并把镜头框到这条链上。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诊断报告里那句「他不是反向传播不会，是链式法则没通」，在这里是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看得见的一条光路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；而且走的是同一个算法、同一份图谱结构。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技术上：three.js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本地部署、不走 CDN、断网可用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；两个 draw call；500 节点单步 3.7 毫秒。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达标只是「暂定掌握」。这就是第 3 页那个「掌握学习」落到实处的样子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67 个达标点里，只有 24 个经得起隔周再考（验证率 36%）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50 个已掉到复检线以下。这个数字本身，就是对「达标即掌握」的一次证伪。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关键约束：衰减只算不写。把遗忘写回掌握度，它就不再等于事件流折叠的结果，可审计性立刻塌掉。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它如何随时间变强 · 以及一个同行印证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750511"/>
                <a:gridCol w="800148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三类持续增厚的资产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每运行一届，沉淀一批真实错误样本与归因——最有价值也最容易被忽略的一类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每届完整成长轨迹结构化保留，反过来改进培养方案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知道学生会在哪里犯错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。这份经验从未被记录，教师退休即消失。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同行印证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：2026 年 7 月 28 日吴恩达成立 LearnVector，Coursera 战略投资 1 亿美元。其三条公开主张中两条与我们此前的架构铁律一致，第三条「陪到你真正掌握并且能证明」，就是第 9 页那三个问题。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方向上我们与最好的团队一致；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。他们的产品预计 2027 年初面世，我们现在就要上课。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现在做到了什么（可现场核对）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 / 224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 / 35 / 115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4874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重算校验 60/60 一致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57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1416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99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含架构铁律静态检查与前端布局物理，全部通过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460000"/>
            <a:ext cx="10752000" cy="15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掌握度不是模型说的，是事件算出来的。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事件流只追加，数据库层面禁止修改与删除；任何人都可以拿走事件流自己重算一遍。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恳请各位拍板，以及下一步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参数已全部做成配置，但初值需要教学经验给定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7751441"/>
                <a:gridCol w="300055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需要各位定的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六项，可增删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掌握度低于多少判定「未掌握」；追问几次后降级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0.75；3 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两次做对相隔多少天才算「已验证掌握」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 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指导项目时，你凭哪些迹象判断一个学生真的懂了？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待各位给出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：试点课程知识点细化到 300–500 个；接入第一门课的真实作业数据；首批 2 个项目的任务-知识点映射由导师确认。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：全球仅极少数教学系统有随机对照试验级证据，中文工科场景近乎空白。从现在起按可发表标准采集——实验班 vs 对照组，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作主指标。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第 2 页右边那个「1–2 σ」，要靠这件事从理论上限变成本班的实测数字。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评测指标的选择本身就是架构决策：主指标必须是延迟后测与迁移任务，不能是当场正确率——否则会训练出让学生越学越弱的系统。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12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